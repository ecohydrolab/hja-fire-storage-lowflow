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  <p:sldId id="298" r:id="rId3"/>
    <p:sldId id="296" r:id="rId4"/>
    <p:sldId id="303" r:id="rId5"/>
    <p:sldId id="306" r:id="rId6"/>
    <p:sldId id="295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54" d="100"/>
          <a:sy n="54" d="100"/>
        </p:scale>
        <p:origin x="14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1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43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1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77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4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78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2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3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35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3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C87EC-6FA1-4B02-B2BA-F8C70409488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2D73B-B5F6-4455-A7EB-B850A2D02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3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F7CE69F-E44E-841C-2E8F-F0C6E09D7B45}"/>
              </a:ext>
            </a:extLst>
          </p:cNvPr>
          <p:cNvGrpSpPr>
            <a:grpSpLocks noChangeAspect="1"/>
          </p:cNvGrpSpPr>
          <p:nvPr/>
        </p:nvGrpSpPr>
        <p:grpSpPr>
          <a:xfrm>
            <a:off x="1149556" y="1098856"/>
            <a:ext cx="5943600" cy="7860687"/>
            <a:chOff x="3198339" y="-416858"/>
            <a:chExt cx="6400800" cy="846536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141A471-872D-0C68-A482-071BB797EF80}"/>
                </a:ext>
              </a:extLst>
            </p:cNvPr>
            <p:cNvGrpSpPr/>
            <p:nvPr/>
          </p:nvGrpSpPr>
          <p:grpSpPr>
            <a:xfrm>
              <a:off x="3198339" y="-416858"/>
              <a:ext cx="6400800" cy="8465364"/>
              <a:chOff x="3198339" y="-416858"/>
              <a:chExt cx="6400800" cy="8465364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E77875A-D6F1-746C-8CFC-B20997937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8339" y="3724835"/>
                <a:ext cx="6400800" cy="432367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4549565-C001-AE69-A74E-CBB074B39EA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198339" y="-416858"/>
                <a:ext cx="6400800" cy="4430477"/>
                <a:chOff x="3198340" y="-416858"/>
                <a:chExt cx="5943601" cy="4114015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7627A600-2B8E-A3AC-DB42-5AFBA06AE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98341" y="-416858"/>
                  <a:ext cx="5943600" cy="384585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64C7400-86C9-ECF9-523C-15CD65D41550}"/>
                    </a:ext>
                  </a:extLst>
                </p:cNvPr>
                <p:cNvSpPr txBox="1"/>
                <p:nvPr/>
              </p:nvSpPr>
              <p:spPr>
                <a:xfrm>
                  <a:off x="3198340" y="-416858"/>
                  <a:ext cx="137160" cy="26815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txBody>
                <a:bodyPr wrap="square" lIns="134112" rIns="134112" rtlCol="0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D65478-4129-A52E-AC44-EFF8449F3451}"/>
                    </a:ext>
                  </a:extLst>
                </p:cNvPr>
                <p:cNvSpPr txBox="1"/>
                <p:nvPr/>
              </p:nvSpPr>
              <p:spPr>
                <a:xfrm>
                  <a:off x="3198341" y="3429000"/>
                  <a:ext cx="137160" cy="26815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</p:grp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AEFF44-3434-12CD-91E0-797F4BF82A0E}"/>
                </a:ext>
              </a:extLst>
            </p:cNvPr>
            <p:cNvSpPr txBox="1"/>
            <p:nvPr/>
          </p:nvSpPr>
          <p:spPr>
            <a:xfrm>
              <a:off x="3917950" y="3906815"/>
              <a:ext cx="1552252" cy="271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67" dirty="0">
                  <a:solidFill>
                    <a:srgbClr val="C4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Holiday Farm Fire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C482EC-E583-AA62-2477-0F0428CE1D8A}"/>
                </a:ext>
              </a:extLst>
            </p:cNvPr>
            <p:cNvSpPr txBox="1"/>
            <p:nvPr/>
          </p:nvSpPr>
          <p:spPr>
            <a:xfrm>
              <a:off x="6738098" y="5763560"/>
              <a:ext cx="1247775" cy="271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67" dirty="0">
                  <a:solidFill>
                    <a:srgbClr val="28A1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Lookout Fire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894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C495D84-FFDA-D58A-4D45-86BA06A5F977}"/>
              </a:ext>
            </a:extLst>
          </p:cNvPr>
          <p:cNvGrpSpPr>
            <a:grpSpLocks noChangeAspect="1"/>
          </p:cNvGrpSpPr>
          <p:nvPr/>
        </p:nvGrpSpPr>
        <p:grpSpPr>
          <a:xfrm>
            <a:off x="914400" y="2285927"/>
            <a:ext cx="5943600" cy="2350605"/>
            <a:chOff x="238685" y="2507596"/>
            <a:chExt cx="11391900" cy="45053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44A9B14-F050-45F7-53C1-804B65334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8685" y="2507596"/>
              <a:ext cx="5695950" cy="45053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80471C5-2816-4982-3A14-041F14B3E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4635" y="2507596"/>
              <a:ext cx="5695950" cy="45053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25DB1D-5E0D-B346-8B21-84929C7587A4}"/>
                </a:ext>
              </a:extLst>
            </p:cNvPr>
            <p:cNvSpPr txBox="1"/>
            <p:nvPr/>
          </p:nvSpPr>
          <p:spPr>
            <a:xfrm>
              <a:off x="238685" y="2507596"/>
              <a:ext cx="229863" cy="33887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2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3754552-3F8C-C735-4DFC-A229C2964EE3}"/>
                </a:ext>
              </a:extLst>
            </p:cNvPr>
            <p:cNvSpPr txBox="1"/>
            <p:nvPr/>
          </p:nvSpPr>
          <p:spPr>
            <a:xfrm>
              <a:off x="5934636" y="2507596"/>
              <a:ext cx="229863" cy="33887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2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003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9A2D6-5F4B-DE38-DB24-7FBCA8E8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00C2FC6-28C5-F6EB-BD39-C83103D664FC}"/>
              </a:ext>
            </a:extLst>
          </p:cNvPr>
          <p:cNvGrpSpPr/>
          <p:nvPr/>
        </p:nvGrpSpPr>
        <p:grpSpPr>
          <a:xfrm>
            <a:off x="1573193" y="1747966"/>
            <a:ext cx="4626013" cy="4630125"/>
            <a:chOff x="253407" y="1692543"/>
            <a:chExt cx="4626009" cy="463012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31E56F7-B13F-378E-00DD-E19D41CBC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416" y="1704945"/>
              <a:ext cx="4572000" cy="4572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0693FD-329D-5424-706E-F3949701DC73}"/>
                </a:ext>
              </a:extLst>
            </p:cNvPr>
            <p:cNvSpPr txBox="1"/>
            <p:nvPr/>
          </p:nvSpPr>
          <p:spPr>
            <a:xfrm>
              <a:off x="1350259" y="5657902"/>
              <a:ext cx="636586" cy="1851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457222">
                <a:defRPr/>
              </a:pPr>
              <a:r>
                <a:rPr lang="en-US" sz="1203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WS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1CC3D0-6BFE-F3F5-1AD4-1686C574DE8E}"/>
                </a:ext>
              </a:extLst>
            </p:cNvPr>
            <p:cNvSpPr txBox="1"/>
            <p:nvPr/>
          </p:nvSpPr>
          <p:spPr>
            <a:xfrm>
              <a:off x="2487244" y="5657902"/>
              <a:ext cx="571034" cy="1851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457222">
                <a:defRPr/>
              </a:pPr>
              <a:r>
                <a:rPr lang="en-US" sz="1203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WS 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CEB17F-F77E-557E-A1B5-8798BAFE5CF9}"/>
                </a:ext>
              </a:extLst>
            </p:cNvPr>
            <p:cNvSpPr txBox="1"/>
            <p:nvPr/>
          </p:nvSpPr>
          <p:spPr>
            <a:xfrm>
              <a:off x="3564188" y="5657902"/>
              <a:ext cx="700962" cy="1851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457222">
                <a:defRPr/>
              </a:pPr>
              <a:r>
                <a:rPr lang="en-US" sz="1203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WS 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DC2966-D7FF-69B0-3C97-1F4446E85EF8}"/>
                </a:ext>
              </a:extLst>
            </p:cNvPr>
            <p:cNvSpPr txBox="1"/>
            <p:nvPr/>
          </p:nvSpPr>
          <p:spPr>
            <a:xfrm>
              <a:off x="4402544" y="5657902"/>
              <a:ext cx="410669" cy="1851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22">
                <a:defRPr/>
              </a:pPr>
              <a:r>
                <a:rPr lang="en-US" sz="1203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MC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EED356-2276-8B22-87FF-4E178CEF00D7}"/>
                </a:ext>
              </a:extLst>
            </p:cNvPr>
            <p:cNvCxnSpPr>
              <a:cxnSpLocks/>
            </p:cNvCxnSpPr>
            <p:nvPr/>
          </p:nvCxnSpPr>
          <p:spPr>
            <a:xfrm>
              <a:off x="2118158" y="1712587"/>
              <a:ext cx="0" cy="456435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A610AFF-806D-53B4-C7FC-A73BE6906FD5}"/>
                </a:ext>
              </a:extLst>
            </p:cNvPr>
            <p:cNvCxnSpPr>
              <a:cxnSpLocks/>
            </p:cNvCxnSpPr>
            <p:nvPr/>
          </p:nvCxnSpPr>
          <p:spPr>
            <a:xfrm>
              <a:off x="3191142" y="1704945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31E9A63-F574-AAD1-F231-4FF9648BFB6D}"/>
                </a:ext>
              </a:extLst>
            </p:cNvPr>
            <p:cNvCxnSpPr>
              <a:cxnSpLocks/>
            </p:cNvCxnSpPr>
            <p:nvPr/>
          </p:nvCxnSpPr>
          <p:spPr>
            <a:xfrm>
              <a:off x="4300076" y="1704945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8D6EE5-ABD4-868C-62E7-FBEEF642DBA5}"/>
                </a:ext>
              </a:extLst>
            </p:cNvPr>
            <p:cNvSpPr txBox="1"/>
            <p:nvPr/>
          </p:nvSpPr>
          <p:spPr>
            <a:xfrm>
              <a:off x="1308457" y="5880526"/>
              <a:ext cx="405504" cy="1542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22">
                <a:defRPr/>
              </a:pPr>
              <a:r>
                <a:rPr lang="en-US" sz="1002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Low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2B76E3-DDC1-5452-A590-9DC0BA76099B}"/>
                </a:ext>
              </a:extLst>
            </p:cNvPr>
            <p:cNvSpPr txBox="1"/>
            <p:nvPr/>
          </p:nvSpPr>
          <p:spPr>
            <a:xfrm>
              <a:off x="2433005" y="5880526"/>
              <a:ext cx="443289" cy="1542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22">
                <a:defRPr/>
              </a:pPr>
              <a:r>
                <a:rPr lang="en-US" sz="1002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Low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9E05FB-7F87-9EFC-7CBE-6295FE3BEC4F}"/>
                </a:ext>
              </a:extLst>
            </p:cNvPr>
            <p:cNvSpPr txBox="1"/>
            <p:nvPr/>
          </p:nvSpPr>
          <p:spPr>
            <a:xfrm>
              <a:off x="3416170" y="5880526"/>
              <a:ext cx="700957" cy="1542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22">
                <a:defRPr/>
              </a:pPr>
              <a:r>
                <a:rPr lang="en-US" sz="1002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Moderate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D6C5FEA-B22D-D4C5-2327-698C0572E86D}"/>
                </a:ext>
              </a:extLst>
            </p:cNvPr>
            <p:cNvSpPr txBox="1"/>
            <p:nvPr/>
          </p:nvSpPr>
          <p:spPr>
            <a:xfrm>
              <a:off x="4366495" y="5880978"/>
              <a:ext cx="505582" cy="1542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22">
                <a:defRPr/>
              </a:pPr>
              <a:r>
                <a:rPr lang="en-US" sz="1002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A0EB0C1-020E-3009-1A12-B50FA23DF4C9}"/>
                </a:ext>
              </a:extLst>
            </p:cNvPr>
            <p:cNvSpPr txBox="1"/>
            <p:nvPr/>
          </p:nvSpPr>
          <p:spPr>
            <a:xfrm>
              <a:off x="261041" y="6076125"/>
              <a:ext cx="1679383" cy="2465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2" dirty="0">
                  <a:latin typeface="Arial" panose="020B0604020202020204" pitchFamily="34" charset="0"/>
                  <a:cs typeface="Arial" panose="020B0604020202020204" pitchFamily="34" charset="0"/>
                </a:rPr>
                <a:t>Storage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2D3B7A-BFC3-A9B4-E809-58517619CD76}"/>
                </a:ext>
              </a:extLst>
            </p:cNvPr>
            <p:cNvSpPr txBox="1"/>
            <p:nvPr/>
          </p:nvSpPr>
          <p:spPr>
            <a:xfrm>
              <a:off x="1314819" y="6131037"/>
              <a:ext cx="405504" cy="1542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22">
                <a:defRPr/>
              </a:pPr>
              <a:r>
                <a:rPr lang="en-US" sz="1002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AC8F48F-AFA2-EBA5-AF38-1F6571231934}"/>
                </a:ext>
              </a:extLst>
            </p:cNvPr>
            <p:cNvSpPr txBox="1"/>
            <p:nvPr/>
          </p:nvSpPr>
          <p:spPr>
            <a:xfrm>
              <a:off x="2323838" y="6135400"/>
              <a:ext cx="739820" cy="1542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22">
                <a:defRPr/>
              </a:pPr>
              <a:r>
                <a:rPr lang="en-US" sz="1002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Moderate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95530D-1C10-2ABB-EE09-E8F161C05483}"/>
                </a:ext>
              </a:extLst>
            </p:cNvPr>
            <p:cNvSpPr txBox="1"/>
            <p:nvPr/>
          </p:nvSpPr>
          <p:spPr>
            <a:xfrm>
              <a:off x="3581837" y="6125660"/>
              <a:ext cx="410437" cy="1542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22">
                <a:defRPr/>
              </a:pPr>
              <a:r>
                <a:rPr lang="en-US" sz="1002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Low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C22B54-9A98-12CD-4E4F-651330952EB2}"/>
                </a:ext>
              </a:extLst>
            </p:cNvPr>
            <p:cNvSpPr txBox="1"/>
            <p:nvPr/>
          </p:nvSpPr>
          <p:spPr>
            <a:xfrm>
              <a:off x="4366495" y="6125660"/>
              <a:ext cx="505582" cy="1542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22">
                <a:defRPr/>
              </a:pPr>
              <a:r>
                <a:rPr lang="en-US" sz="1002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71B7439-21F4-7483-1BDC-E126C898E2E7}"/>
                </a:ext>
              </a:extLst>
            </p:cNvPr>
            <p:cNvSpPr txBox="1"/>
            <p:nvPr/>
          </p:nvSpPr>
          <p:spPr>
            <a:xfrm>
              <a:off x="253407" y="5762561"/>
              <a:ext cx="1048177" cy="400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2" dirty="0">
                  <a:latin typeface="Arial" panose="020B0604020202020204" pitchFamily="34" charset="0"/>
                  <a:cs typeface="Arial" panose="020B0604020202020204" pitchFamily="34" charset="0"/>
                </a:rPr>
                <a:t>Basal Area Mortality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F7DD7E-465E-CB0F-60F0-AF877E4993BD}"/>
                </a:ext>
              </a:extLst>
            </p:cNvPr>
            <p:cNvSpPr txBox="1"/>
            <p:nvPr/>
          </p:nvSpPr>
          <p:spPr>
            <a:xfrm>
              <a:off x="1027186" y="3282553"/>
              <a:ext cx="3077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*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87F9A3-6482-9261-8E9C-6E576975FFBB}"/>
                </a:ext>
              </a:extLst>
            </p:cNvPr>
            <p:cNvSpPr txBox="1"/>
            <p:nvPr/>
          </p:nvSpPr>
          <p:spPr>
            <a:xfrm>
              <a:off x="2105955" y="4715071"/>
              <a:ext cx="460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*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52B11E-A066-4E04-6672-C93DADE34806}"/>
                </a:ext>
              </a:extLst>
            </p:cNvPr>
            <p:cNvSpPr txBox="1"/>
            <p:nvPr/>
          </p:nvSpPr>
          <p:spPr>
            <a:xfrm>
              <a:off x="3191142" y="1692543"/>
              <a:ext cx="5125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*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D33130-BDE4-16A7-AB8B-C2B247FFA474}"/>
                </a:ext>
              </a:extLst>
            </p:cNvPr>
            <p:cNvSpPr txBox="1"/>
            <p:nvPr/>
          </p:nvSpPr>
          <p:spPr>
            <a:xfrm>
              <a:off x="3549907" y="1692543"/>
              <a:ext cx="5125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*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DA1EC4D-E541-A32F-0260-7490BB543902}"/>
                </a:ext>
              </a:extLst>
            </p:cNvPr>
            <p:cNvSpPr/>
            <p:nvPr/>
          </p:nvSpPr>
          <p:spPr>
            <a:xfrm>
              <a:off x="1090863" y="2801961"/>
              <a:ext cx="180449" cy="1403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DBAD47-8A97-A670-DFF0-1955254190BA}"/>
                </a:ext>
              </a:extLst>
            </p:cNvPr>
            <p:cNvSpPr txBox="1"/>
            <p:nvPr/>
          </p:nvSpPr>
          <p:spPr>
            <a:xfrm>
              <a:off x="1062527" y="2715555"/>
              <a:ext cx="118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*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35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3C719814-3C6A-EE64-28D8-C999A4E5C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28"/>
          <a:stretch>
            <a:fillRect/>
          </a:stretch>
        </p:blipFill>
        <p:spPr>
          <a:xfrm>
            <a:off x="914400" y="6871933"/>
            <a:ext cx="5943600" cy="2070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5E02E6-2F94-948A-D365-515D285A5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0"/>
            <a:ext cx="5943600" cy="6939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762A43-995E-60B4-835D-4D2F126C6D06}"/>
              </a:ext>
            </a:extLst>
          </p:cNvPr>
          <p:cNvSpPr txBox="1"/>
          <p:nvPr/>
        </p:nvSpPr>
        <p:spPr>
          <a:xfrm>
            <a:off x="914400" y="0"/>
            <a:ext cx="176405" cy="3388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2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84CAE7-B813-0BBD-E932-3A64CD2008DF}"/>
              </a:ext>
            </a:extLst>
          </p:cNvPr>
          <p:cNvSpPr txBox="1"/>
          <p:nvPr/>
        </p:nvSpPr>
        <p:spPr>
          <a:xfrm>
            <a:off x="914399" y="6939532"/>
            <a:ext cx="176405" cy="3388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2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592B03-AD14-BB32-06DA-33307CDFA942}"/>
              </a:ext>
            </a:extLst>
          </p:cNvPr>
          <p:cNvSpPr txBox="1"/>
          <p:nvPr/>
        </p:nvSpPr>
        <p:spPr>
          <a:xfrm>
            <a:off x="1717355" y="7857570"/>
            <a:ext cx="235715" cy="307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1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5F2607-7164-19A7-14A6-C46EEC2CA452}"/>
              </a:ext>
            </a:extLst>
          </p:cNvPr>
          <p:cNvSpPr txBox="1"/>
          <p:nvPr/>
        </p:nvSpPr>
        <p:spPr>
          <a:xfrm>
            <a:off x="5593317" y="7397371"/>
            <a:ext cx="430695" cy="307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1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B9CBC-BC55-5A9A-ED32-9CB2C0C14223}"/>
              </a:ext>
            </a:extLst>
          </p:cNvPr>
          <p:cNvSpPr txBox="1"/>
          <p:nvPr/>
        </p:nvSpPr>
        <p:spPr>
          <a:xfrm>
            <a:off x="3640356" y="8471021"/>
            <a:ext cx="412412" cy="307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1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2592EB-5215-FC07-C6F0-BF059CC6E6AD}"/>
              </a:ext>
            </a:extLst>
          </p:cNvPr>
          <p:cNvSpPr txBox="1"/>
          <p:nvPr/>
        </p:nvSpPr>
        <p:spPr>
          <a:xfrm>
            <a:off x="6247098" y="7890306"/>
            <a:ext cx="351287" cy="307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1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0B08E0-5328-73DD-1BC2-6AD7FDB897F0}"/>
              </a:ext>
            </a:extLst>
          </p:cNvPr>
          <p:cNvSpPr txBox="1"/>
          <p:nvPr/>
        </p:nvSpPr>
        <p:spPr>
          <a:xfrm>
            <a:off x="4960790" y="7857570"/>
            <a:ext cx="318836" cy="307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1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272840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E490F20-00AE-EEFF-DC3A-F23F851A3F03}"/>
              </a:ext>
            </a:extLst>
          </p:cNvPr>
          <p:cNvGrpSpPr>
            <a:grpSpLocks noChangeAspect="1"/>
          </p:cNvGrpSpPr>
          <p:nvPr/>
        </p:nvGrpSpPr>
        <p:grpSpPr>
          <a:xfrm>
            <a:off x="914400" y="914400"/>
            <a:ext cx="5109890" cy="8229600"/>
            <a:chOff x="914400" y="258417"/>
            <a:chExt cx="5943600" cy="95723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3BB9124-4A96-A65F-A716-8EBFCCD99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" y="258417"/>
              <a:ext cx="5943600" cy="72863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D34FD73-AFE4-A4DA-58A4-C519A15B9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" y="7544727"/>
              <a:ext cx="5943600" cy="2286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AF968E4-C831-CA67-D592-C848A1461A34}"/>
              </a:ext>
            </a:extLst>
          </p:cNvPr>
          <p:cNvSpPr txBox="1"/>
          <p:nvPr/>
        </p:nvSpPr>
        <p:spPr>
          <a:xfrm>
            <a:off x="914399" y="914400"/>
            <a:ext cx="176405" cy="3388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2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4AAC19-ACAC-FCF9-A7FC-1A754B81114B}"/>
              </a:ext>
            </a:extLst>
          </p:cNvPr>
          <p:cNvSpPr txBox="1"/>
          <p:nvPr/>
        </p:nvSpPr>
        <p:spPr>
          <a:xfrm>
            <a:off x="914399" y="7178658"/>
            <a:ext cx="176405" cy="3388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2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0EAA70-E629-7F43-CDE0-C7AA3DAA0E16}"/>
              </a:ext>
            </a:extLst>
          </p:cNvPr>
          <p:cNvSpPr txBox="1"/>
          <p:nvPr/>
        </p:nvSpPr>
        <p:spPr>
          <a:xfrm>
            <a:off x="1630252" y="8068996"/>
            <a:ext cx="2357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112CCC-6DB5-861D-14EC-3C43445330F6}"/>
              </a:ext>
            </a:extLst>
          </p:cNvPr>
          <p:cNvSpPr txBox="1"/>
          <p:nvPr/>
        </p:nvSpPr>
        <p:spPr>
          <a:xfrm>
            <a:off x="4974193" y="7649784"/>
            <a:ext cx="43069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6B252E-AF28-181D-4E2D-5986EFFD2192}"/>
              </a:ext>
            </a:extLst>
          </p:cNvPr>
          <p:cNvSpPr txBox="1"/>
          <p:nvPr/>
        </p:nvSpPr>
        <p:spPr>
          <a:xfrm>
            <a:off x="3297456" y="8575796"/>
            <a:ext cx="41241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3C32A5-925C-3234-F9F0-1B21E52E60E2}"/>
              </a:ext>
            </a:extLst>
          </p:cNvPr>
          <p:cNvSpPr txBox="1"/>
          <p:nvPr/>
        </p:nvSpPr>
        <p:spPr>
          <a:xfrm>
            <a:off x="5537486" y="8068996"/>
            <a:ext cx="3512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16624F-0A48-1066-0674-78D41106AAC6}"/>
              </a:ext>
            </a:extLst>
          </p:cNvPr>
          <p:cNvSpPr txBox="1"/>
          <p:nvPr/>
        </p:nvSpPr>
        <p:spPr>
          <a:xfrm>
            <a:off x="4413102" y="8050635"/>
            <a:ext cx="31883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54770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3A43501-D56C-9C59-7897-2998E388A394}"/>
              </a:ext>
            </a:extLst>
          </p:cNvPr>
          <p:cNvGrpSpPr/>
          <p:nvPr/>
        </p:nvGrpSpPr>
        <p:grpSpPr>
          <a:xfrm>
            <a:off x="1600206" y="354847"/>
            <a:ext cx="4572000" cy="9144004"/>
            <a:chOff x="3810000" y="354842"/>
            <a:chExt cx="4572000" cy="9144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5941EA0-1D4A-29AC-CCAF-4A0096E2E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0" y="354842"/>
              <a:ext cx="4572000" cy="4572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8669DA3-4C18-1E4F-FF8F-514CB0527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00" y="4926842"/>
              <a:ext cx="4572000" cy="4572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B9E0F0-1E90-9E74-1E19-02F48213976A}"/>
                </a:ext>
              </a:extLst>
            </p:cNvPr>
            <p:cNvSpPr txBox="1"/>
            <p:nvPr/>
          </p:nvSpPr>
          <p:spPr>
            <a:xfrm>
              <a:off x="3810000" y="354842"/>
              <a:ext cx="229863" cy="33887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2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6AE398-0534-814A-7357-1FB4C3A33C71}"/>
                </a:ext>
              </a:extLst>
            </p:cNvPr>
            <p:cNvSpPr txBox="1"/>
            <p:nvPr/>
          </p:nvSpPr>
          <p:spPr>
            <a:xfrm>
              <a:off x="3810000" y="4926843"/>
              <a:ext cx="229863" cy="33887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2" b="1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5885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1524</TotalTime>
  <Words>49</Words>
  <Application>Microsoft Office PowerPoint</Application>
  <PresentationFormat>Custom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Duffy, Shannon Marie</dc:creator>
  <cp:lastModifiedBy>Duffy, Shannon Marie</cp:lastModifiedBy>
  <cp:revision>7</cp:revision>
  <dcterms:created xsi:type="dcterms:W3CDTF">2026-07-02T20:07:51Z</dcterms:created>
  <dcterms:modified xsi:type="dcterms:W3CDTF">2026-08-14T02:50:02Z</dcterms:modified>
</cp:coreProperties>
</file>