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5" r:id="rId2"/>
    <p:sldId id="298" r:id="rId3"/>
    <p:sldId id="296" r:id="rId4"/>
    <p:sldId id="303" r:id="rId5"/>
    <p:sldId id="29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4660"/>
  </p:normalViewPr>
  <p:slideViewPr>
    <p:cSldViewPr snapToGrid="0">
      <p:cViewPr varScale="1">
        <p:scale>
          <a:sx n="70" d="100"/>
          <a:sy n="70" d="100"/>
        </p:scale>
        <p:origin x="9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8A16B-A04B-D6E1-2ED3-174F01F4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9B7A9D-41B3-E2BE-AB3D-D9319AA0A0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556A5-EF67-1EE2-4541-526779A27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13F1E-510C-7D4A-191D-12023CE84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E4A7F-9F59-0511-6CE4-65295F829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031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0BFA8-A42E-C5C6-07ED-FA09AE279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FFCFE-C2E8-CB64-011F-C3DB453D5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80B0B0-EEEE-84C7-56D3-E3B576A5E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13BCA0-F3B9-0B33-5777-7CFAA3D15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837B81-06A3-F2A5-CF78-693A3CEA6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822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17980-7E7E-D35F-CEB9-209B55AEF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82A81-1D7D-A323-4899-4799876D4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1" indent="0">
              <a:buNone/>
              <a:defRPr sz="1801">
                <a:solidFill>
                  <a:schemeClr val="tx1">
                    <a:tint val="82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A4F98-F8B2-73E8-3D44-763B1852C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F137B-98ED-6BB6-8178-254E3376B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83ACD-306E-71B7-1E02-8B24E259C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598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38DD4-607A-5603-8911-FB7EB2565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99F0F-65BA-244C-F8A8-2242C5DCA1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465A2-C5BC-B04B-8768-3EE2A3DC1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904783-A3EF-CFAD-D334-368D09913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BC91C-3C39-5B88-D6DA-49F4C7A44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929881-8E42-C6DE-9E81-23A1BD792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775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3A4D-FA0E-C0D2-1602-6058461AD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D2737-9746-5DB7-F96E-C9254AE86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A75EE-734F-2A01-7CD0-53456B51E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A74715-B566-EBAD-CB0D-19CC4C0168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1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66D6C7-478B-A4F2-04C4-F48B47236B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11A92E-736C-FED3-5C02-2F67A0B7A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5DEB8D-5F14-224D-B0ED-A6F1B4171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C7012-B2DF-6B52-A207-7709B6C2F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698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D3A87-908D-2047-9A87-E1FA5F1FE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030CCE-661B-8DFE-721A-71CA8199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E0566C-8E9D-CDAC-F645-2214B842E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D71CD2-5276-C643-BD5A-A173A4F17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544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E15D1A-DFCA-B756-F63D-ADFD1E83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DCF62-21BC-380D-7FD7-08445E764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F1AE60-F711-7AFA-34A4-BBB7A9B25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303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27C5-C7EC-7AAB-ECC0-56F29433B8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75CA-0335-0770-1B6F-755975A25F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0EBBCC-A8F2-479B-4C9F-62F520A1D1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DE4714-5708-3B23-AF0A-D527C3B58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FF765A-5C22-5FEE-6D86-4D0FA146A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EAA6-2943-A369-06F6-B7B47BF6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42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19E06-FA72-E43C-6B67-139074AB4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377CFD-08FE-73D1-E889-A48C689F8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5C53C3-4218-25E8-BB7C-DB5164D66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1"/>
            </a:lvl2pPr>
            <a:lvl3pPr marL="914411" indent="0">
              <a:buNone/>
              <a:defRPr sz="1200"/>
            </a:lvl3pPr>
            <a:lvl4pPr marL="1371617" indent="0">
              <a:buNone/>
              <a:defRPr sz="1001"/>
            </a:lvl4pPr>
            <a:lvl5pPr marL="1828823" indent="0">
              <a:buNone/>
              <a:defRPr sz="1001"/>
            </a:lvl5pPr>
            <a:lvl6pPr marL="2286029" indent="0">
              <a:buNone/>
              <a:defRPr sz="1001"/>
            </a:lvl6pPr>
            <a:lvl7pPr marL="2743234" indent="0">
              <a:buNone/>
              <a:defRPr sz="1001"/>
            </a:lvl7pPr>
            <a:lvl8pPr marL="3200440" indent="0">
              <a:buNone/>
              <a:defRPr sz="1001"/>
            </a:lvl8pPr>
            <a:lvl9pPr marL="3657646" indent="0">
              <a:buNone/>
              <a:defRPr sz="100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75480-BD25-8039-590C-E0848B06C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5D6CB-C1E3-4991-B3D8-769864226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9B0E1E-7EDB-C6EF-59F1-60A652934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60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35A58-5986-0CAB-7938-11C43560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453D86-B230-DCC9-91AB-9DE5ECCA8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85535-29CE-565E-9517-585CB9555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57DD1-DEE9-D856-D805-71A49841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23219-15A0-F981-BD1E-E010B4592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323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E1CE2D-ABB4-73A5-26EB-F3DCAFAED3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467FEB-C94F-8F69-7DE1-7A32BA474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56F5F-DF8E-164D-EF2B-8576672A3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45C1FB-9C81-0834-B00A-11B819DA4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463A3-F6A1-1796-D25D-BF73B1C5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015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2C44D3-A6DD-99CD-0BA2-FD26581B6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103636-364C-9B78-5C07-9656954BE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DF393-5543-6130-98FF-D8E4AE0A0A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C87EC-6FA1-4B02-B2BA-F8C70409488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1184F-430B-355D-23E0-D1D7FBA1F2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28B2AB-52B1-8740-97BC-AABC3DCFA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12D73B-B5F6-4455-A7EB-B850A2D022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295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4" indent="-228604" algn="l" defTabSz="914411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5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1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7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8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4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9" indent="-228604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DF7CE69F-E44E-841C-2E8F-F0C6E09D7B45}"/>
              </a:ext>
            </a:extLst>
          </p:cNvPr>
          <p:cNvGrpSpPr>
            <a:grpSpLocks noChangeAspect="1"/>
          </p:cNvGrpSpPr>
          <p:nvPr/>
        </p:nvGrpSpPr>
        <p:grpSpPr>
          <a:xfrm>
            <a:off x="3266586" y="45720"/>
            <a:ext cx="5116312" cy="6766560"/>
            <a:chOff x="3198339" y="-416858"/>
            <a:chExt cx="6400800" cy="846536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41A471-872D-0C68-A482-071BB797EF80}"/>
                </a:ext>
              </a:extLst>
            </p:cNvPr>
            <p:cNvGrpSpPr/>
            <p:nvPr/>
          </p:nvGrpSpPr>
          <p:grpSpPr>
            <a:xfrm>
              <a:off x="3198339" y="-416858"/>
              <a:ext cx="6400800" cy="8465364"/>
              <a:chOff x="3198339" y="-416858"/>
              <a:chExt cx="6400800" cy="8465364"/>
            </a:xfrm>
          </p:grpSpPr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E77875A-D6F1-746C-8CFC-B20997937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98339" y="3724835"/>
                <a:ext cx="6400800" cy="43236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4549565-C001-AE69-A74E-CBB074B39EA8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198339" y="-416858"/>
                <a:ext cx="6400800" cy="4421907"/>
                <a:chOff x="3198340" y="-416858"/>
                <a:chExt cx="5943601" cy="4106057"/>
              </a:xfrm>
            </p:grpSpPr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7627A600-2B8E-A3AC-DB42-5AFBA06AEFD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198341" y="-416858"/>
                  <a:ext cx="5943600" cy="3845858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F64C7400-86C9-ECF9-523C-15CD65D41550}"/>
                    </a:ext>
                  </a:extLst>
                </p:cNvPr>
                <p:cNvSpPr txBox="1"/>
                <p:nvPr/>
              </p:nvSpPr>
              <p:spPr>
                <a:xfrm>
                  <a:off x="3198340" y="-416858"/>
                  <a:ext cx="137160" cy="26019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</p:spPr>
              <p:txBody>
                <a:bodyPr wrap="square" lIns="91440" rIns="91440" rtlCol="0">
                  <a:spAutoFit/>
                </a:bodyPr>
                <a:lstStyle/>
                <a:p>
                  <a:pPr algn="ctr"/>
                  <a:r>
                    <a:rPr lang="en-US" sz="1091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</a:t>
                  </a: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D65478-4129-A52E-AC44-EFF8449F3451}"/>
                    </a:ext>
                  </a:extLst>
                </p:cNvPr>
                <p:cNvSpPr txBox="1"/>
                <p:nvPr/>
              </p:nvSpPr>
              <p:spPr>
                <a:xfrm>
                  <a:off x="3198341" y="3429000"/>
                  <a:ext cx="137160" cy="260199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91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B</a:t>
                  </a:r>
                </a:p>
              </p:txBody>
            </p:sp>
          </p:grp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1AEFF44-3434-12CD-91E0-797F4BF82A0E}"/>
                </a:ext>
              </a:extLst>
            </p:cNvPr>
            <p:cNvSpPr txBox="1"/>
            <p:nvPr/>
          </p:nvSpPr>
          <p:spPr>
            <a:xfrm>
              <a:off x="3917950" y="3939088"/>
              <a:ext cx="12477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solidFill>
                    <a:srgbClr val="C400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Holiday Farm Fire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6C482EC-E583-AA62-2477-0F0428CE1D8A}"/>
                </a:ext>
              </a:extLst>
            </p:cNvPr>
            <p:cNvSpPr txBox="1"/>
            <p:nvPr/>
          </p:nvSpPr>
          <p:spPr>
            <a:xfrm>
              <a:off x="6851650" y="5801660"/>
              <a:ext cx="12477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>
                  <a:solidFill>
                    <a:srgbClr val="28A1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Lookout Fire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8947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6C495D84-FFDA-D58A-4D45-86BA06A5F977}"/>
              </a:ext>
            </a:extLst>
          </p:cNvPr>
          <p:cNvGrpSpPr/>
          <p:nvPr/>
        </p:nvGrpSpPr>
        <p:grpSpPr>
          <a:xfrm>
            <a:off x="2102380" y="1709726"/>
            <a:ext cx="7767205" cy="3071813"/>
            <a:chOff x="238685" y="2507596"/>
            <a:chExt cx="11391900" cy="45053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44A9B14-F050-45F7-53C1-804B65334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8685" y="2507596"/>
              <a:ext cx="5695950" cy="450532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80471C5-2816-4982-3A14-041F14B3E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635" y="2507596"/>
              <a:ext cx="5695950" cy="450532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525DB1D-5E0D-B346-8B21-84929C7587A4}"/>
                </a:ext>
              </a:extLst>
            </p:cNvPr>
            <p:cNvSpPr txBox="1"/>
            <p:nvPr/>
          </p:nvSpPr>
          <p:spPr>
            <a:xfrm>
              <a:off x="238685" y="2507596"/>
              <a:ext cx="229863" cy="38190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92" b="1" dirty="0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3754552-3F8C-C735-4DFC-A229C2964EE3}"/>
                </a:ext>
              </a:extLst>
            </p:cNvPr>
            <p:cNvSpPr txBox="1"/>
            <p:nvPr/>
          </p:nvSpPr>
          <p:spPr>
            <a:xfrm>
              <a:off x="5934636" y="2507596"/>
              <a:ext cx="229863" cy="38190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92" b="1" dirty="0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30033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9A2D6-5F4B-DE38-DB24-7FBCA8E8E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00C2FC6-28C5-F6EB-BD39-C83103D664FC}"/>
              </a:ext>
            </a:extLst>
          </p:cNvPr>
          <p:cNvGrpSpPr/>
          <p:nvPr/>
        </p:nvGrpSpPr>
        <p:grpSpPr>
          <a:xfrm>
            <a:off x="2112415" y="1154009"/>
            <a:ext cx="3154100" cy="3186233"/>
            <a:chOff x="253407" y="1692543"/>
            <a:chExt cx="4626009" cy="4673140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631E56F7-B13F-378E-00DD-E19D41CBC5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7416" y="1704945"/>
              <a:ext cx="4572000" cy="457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30693FD-329D-5424-706E-F3949701DC73}"/>
                </a:ext>
              </a:extLst>
            </p:cNvPr>
            <p:cNvSpPr txBox="1"/>
            <p:nvPr/>
          </p:nvSpPr>
          <p:spPr>
            <a:xfrm>
              <a:off x="1350259" y="5657902"/>
              <a:ext cx="636586" cy="1850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311735">
                <a:defRPr/>
              </a:pPr>
              <a:r>
                <a:rPr lang="en-US" sz="820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WS 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F1CC3D0-6BFE-F3F5-1AD4-1686C574DE8E}"/>
                </a:ext>
              </a:extLst>
            </p:cNvPr>
            <p:cNvSpPr txBox="1"/>
            <p:nvPr/>
          </p:nvSpPr>
          <p:spPr>
            <a:xfrm>
              <a:off x="2487244" y="5657902"/>
              <a:ext cx="571034" cy="1850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311735">
                <a:defRPr/>
              </a:pPr>
              <a:r>
                <a:rPr lang="en-US" sz="820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WS 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CEB17F-F77E-557E-A1B5-8798BAFE5CF9}"/>
                </a:ext>
              </a:extLst>
            </p:cNvPr>
            <p:cNvSpPr txBox="1"/>
            <p:nvPr/>
          </p:nvSpPr>
          <p:spPr>
            <a:xfrm>
              <a:off x="3564188" y="5657902"/>
              <a:ext cx="700962" cy="1850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defTabSz="311735">
                <a:defRPr/>
              </a:pPr>
              <a:r>
                <a:rPr lang="en-US" sz="820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WS 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CDC2966-D7FF-69B0-3C97-1F4446E85EF8}"/>
                </a:ext>
              </a:extLst>
            </p:cNvPr>
            <p:cNvSpPr txBox="1"/>
            <p:nvPr/>
          </p:nvSpPr>
          <p:spPr>
            <a:xfrm>
              <a:off x="4402544" y="5657902"/>
              <a:ext cx="410669" cy="1850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820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MC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2FEED356-2276-8B22-87FF-4E178CEF00D7}"/>
                </a:ext>
              </a:extLst>
            </p:cNvPr>
            <p:cNvCxnSpPr>
              <a:cxnSpLocks/>
            </p:cNvCxnSpPr>
            <p:nvPr/>
          </p:nvCxnSpPr>
          <p:spPr>
            <a:xfrm>
              <a:off x="2118158" y="1712587"/>
              <a:ext cx="0" cy="4564358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A610AFF-806D-53B4-C7FC-A73BE6906FD5}"/>
                </a:ext>
              </a:extLst>
            </p:cNvPr>
            <p:cNvCxnSpPr>
              <a:cxnSpLocks/>
            </p:cNvCxnSpPr>
            <p:nvPr/>
          </p:nvCxnSpPr>
          <p:spPr>
            <a:xfrm>
              <a:off x="3191142" y="1704945"/>
              <a:ext cx="0" cy="4572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1E9A63-F574-AAD1-F231-4FF9648BFB6D}"/>
                </a:ext>
              </a:extLst>
            </p:cNvPr>
            <p:cNvCxnSpPr>
              <a:cxnSpLocks/>
            </p:cNvCxnSpPr>
            <p:nvPr/>
          </p:nvCxnSpPr>
          <p:spPr>
            <a:xfrm>
              <a:off x="4300076" y="1704945"/>
              <a:ext cx="0" cy="4572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8D6EE5-ABD4-868C-62E7-FBEEF642DBA5}"/>
                </a:ext>
              </a:extLst>
            </p:cNvPr>
            <p:cNvSpPr txBox="1"/>
            <p:nvPr/>
          </p:nvSpPr>
          <p:spPr>
            <a:xfrm>
              <a:off x="1308457" y="5880526"/>
              <a:ext cx="405504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Low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52B76E3-DDC1-5452-A590-9DC0BA76099B}"/>
                </a:ext>
              </a:extLst>
            </p:cNvPr>
            <p:cNvSpPr txBox="1"/>
            <p:nvPr/>
          </p:nvSpPr>
          <p:spPr>
            <a:xfrm>
              <a:off x="2433005" y="5880526"/>
              <a:ext cx="443289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Low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E9E05FB-7F87-9EFC-7CBE-6295FE3BEC4F}"/>
                </a:ext>
              </a:extLst>
            </p:cNvPr>
            <p:cNvSpPr txBox="1"/>
            <p:nvPr/>
          </p:nvSpPr>
          <p:spPr>
            <a:xfrm>
              <a:off x="3416170" y="5880526"/>
              <a:ext cx="700957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Moderate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D6C5FEA-B22D-D4C5-2327-698C0572E86D}"/>
                </a:ext>
              </a:extLst>
            </p:cNvPr>
            <p:cNvSpPr txBox="1"/>
            <p:nvPr/>
          </p:nvSpPr>
          <p:spPr>
            <a:xfrm>
              <a:off x="4366495" y="5880977"/>
              <a:ext cx="505582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High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0EB0C1-020E-3009-1A12-B50FA23DF4C9}"/>
                </a:ext>
              </a:extLst>
            </p:cNvPr>
            <p:cNvSpPr txBox="1"/>
            <p:nvPr/>
          </p:nvSpPr>
          <p:spPr>
            <a:xfrm>
              <a:off x="261041" y="6076125"/>
              <a:ext cx="1679383" cy="2895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83" dirty="0">
                  <a:latin typeface="Arial" panose="020B0604020202020204" pitchFamily="34" charset="0"/>
                  <a:cs typeface="Arial" panose="020B0604020202020204" pitchFamily="34" charset="0"/>
                </a:rPr>
                <a:t>Storage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A2D3B7A-BFC3-A9B4-E809-58517619CD76}"/>
                </a:ext>
              </a:extLst>
            </p:cNvPr>
            <p:cNvSpPr txBox="1"/>
            <p:nvPr/>
          </p:nvSpPr>
          <p:spPr>
            <a:xfrm>
              <a:off x="1314819" y="6131037"/>
              <a:ext cx="405504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Low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AC8F48F-AFA2-EBA5-AF38-1F6571231934}"/>
                </a:ext>
              </a:extLst>
            </p:cNvPr>
            <p:cNvSpPr txBox="1"/>
            <p:nvPr/>
          </p:nvSpPr>
          <p:spPr>
            <a:xfrm>
              <a:off x="2323838" y="6135401"/>
              <a:ext cx="739820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Moderate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595530D-1C10-2ABB-EE09-E8F161C05483}"/>
                </a:ext>
              </a:extLst>
            </p:cNvPr>
            <p:cNvSpPr txBox="1"/>
            <p:nvPr/>
          </p:nvSpPr>
          <p:spPr>
            <a:xfrm>
              <a:off x="3581837" y="6125660"/>
              <a:ext cx="410437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C22B54-9A98-12CD-4E4F-651330952EB2}"/>
                </a:ext>
              </a:extLst>
            </p:cNvPr>
            <p:cNvSpPr txBox="1"/>
            <p:nvPr/>
          </p:nvSpPr>
          <p:spPr>
            <a:xfrm>
              <a:off x="4366495" y="6125660"/>
              <a:ext cx="505582" cy="1541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 defTabSz="311735">
                <a:defRPr/>
              </a:pPr>
              <a:r>
                <a:rPr lang="en-US" sz="683" dirty="0">
                  <a:solidFill>
                    <a:prstClr val="black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High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71B7439-21F4-7483-1BDC-E126C898E2E7}"/>
                </a:ext>
              </a:extLst>
            </p:cNvPr>
            <p:cNvSpPr txBox="1"/>
            <p:nvPr/>
          </p:nvSpPr>
          <p:spPr>
            <a:xfrm>
              <a:off x="253407" y="5762561"/>
              <a:ext cx="1048177" cy="4436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683" dirty="0">
                  <a:latin typeface="Arial" panose="020B0604020202020204" pitchFamily="34" charset="0"/>
                  <a:cs typeface="Arial" panose="020B0604020202020204" pitchFamily="34" charset="0"/>
                </a:rPr>
                <a:t>Basal Area Mortality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7F7DD7E-465E-CB0F-60F0-AF877E4993BD}"/>
                </a:ext>
              </a:extLst>
            </p:cNvPr>
            <p:cNvSpPr txBox="1"/>
            <p:nvPr/>
          </p:nvSpPr>
          <p:spPr>
            <a:xfrm>
              <a:off x="1027186" y="3282553"/>
              <a:ext cx="307799" cy="4123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27" dirty="0"/>
                <a:t>*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B87F9A3-6482-9261-8E9C-6E576975FFBB}"/>
                </a:ext>
              </a:extLst>
            </p:cNvPr>
            <p:cNvSpPr txBox="1"/>
            <p:nvPr/>
          </p:nvSpPr>
          <p:spPr>
            <a:xfrm>
              <a:off x="2105955" y="4715071"/>
              <a:ext cx="460201" cy="4123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27" dirty="0"/>
                <a:t>*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552B11E-A066-4E04-6672-C93DADE34806}"/>
                </a:ext>
              </a:extLst>
            </p:cNvPr>
            <p:cNvSpPr txBox="1"/>
            <p:nvPr/>
          </p:nvSpPr>
          <p:spPr>
            <a:xfrm>
              <a:off x="3191142" y="1692543"/>
              <a:ext cx="512539" cy="41237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27" dirty="0">
                  <a:solidFill>
                    <a:schemeClr val="bg1"/>
                  </a:solidFill>
                </a:rPr>
                <a:t>*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D33130-BDE4-16A7-AB8B-C2B247FFA474}"/>
                </a:ext>
              </a:extLst>
            </p:cNvPr>
            <p:cNvSpPr txBox="1"/>
            <p:nvPr/>
          </p:nvSpPr>
          <p:spPr>
            <a:xfrm>
              <a:off x="3549907" y="1692543"/>
              <a:ext cx="512539" cy="41237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27" dirty="0">
                  <a:solidFill>
                    <a:schemeClr val="bg1"/>
                  </a:solidFill>
                </a:rPr>
                <a:t>*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DA1EC4D-E541-A32F-0260-7490BB543902}"/>
                </a:ext>
              </a:extLst>
            </p:cNvPr>
            <p:cNvSpPr/>
            <p:nvPr/>
          </p:nvSpPr>
          <p:spPr>
            <a:xfrm>
              <a:off x="1090863" y="2801961"/>
              <a:ext cx="180449" cy="1403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27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EDBAD47-8A97-A670-DFF0-1955254190BA}"/>
                </a:ext>
              </a:extLst>
            </p:cNvPr>
            <p:cNvSpPr txBox="1"/>
            <p:nvPr/>
          </p:nvSpPr>
          <p:spPr>
            <a:xfrm>
              <a:off x="1062527" y="2715554"/>
              <a:ext cx="118556" cy="4123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27" dirty="0"/>
                <a:t>*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48351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17E32AE-700A-E403-2B95-A4228B82EAF2}"/>
              </a:ext>
            </a:extLst>
          </p:cNvPr>
          <p:cNvGrpSpPr>
            <a:grpSpLocks noChangeAspect="1"/>
          </p:cNvGrpSpPr>
          <p:nvPr/>
        </p:nvGrpSpPr>
        <p:grpSpPr>
          <a:xfrm>
            <a:off x="3541254" y="98943"/>
            <a:ext cx="4210436" cy="6309360"/>
            <a:chOff x="3159105" y="-597096"/>
            <a:chExt cx="5486402" cy="8221389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C719814-3C6A-EE64-28D8-C999A4E5C7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428"/>
            <a:stretch>
              <a:fillRect/>
            </a:stretch>
          </p:blipFill>
          <p:spPr>
            <a:xfrm>
              <a:off x="3159107" y="5713087"/>
              <a:ext cx="5486400" cy="191120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3CC0A53-1520-9AFC-F553-9268C07F0E2F}"/>
                </a:ext>
              </a:extLst>
            </p:cNvPr>
            <p:cNvGrpSpPr/>
            <p:nvPr/>
          </p:nvGrpSpPr>
          <p:grpSpPr>
            <a:xfrm>
              <a:off x="3159105" y="-597096"/>
              <a:ext cx="5486402" cy="8021173"/>
              <a:chOff x="3159105" y="-597096"/>
              <a:chExt cx="5486402" cy="8021173"/>
            </a:xfrm>
          </p:grpSpPr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F812F60B-40DF-7B8D-8EDB-3D242F95CDAE}"/>
                  </a:ext>
                </a:extLst>
              </p:cNvPr>
              <p:cNvGrpSpPr/>
              <p:nvPr/>
            </p:nvGrpSpPr>
            <p:grpSpPr>
              <a:xfrm>
                <a:off x="3159105" y="-597096"/>
                <a:ext cx="5486402" cy="6666102"/>
                <a:chOff x="3159105" y="-597096"/>
                <a:chExt cx="5486402" cy="6666102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4A5E02E6-2F94-948A-D365-515D285A52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159107" y="-597096"/>
                  <a:ext cx="5486400" cy="6405711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8762A43-995E-60B4-835D-4D2F126C6D06}"/>
                    </a:ext>
                  </a:extLst>
                </p:cNvPr>
                <p:cNvSpPr txBox="1"/>
                <p:nvPr/>
              </p:nvSpPr>
              <p:spPr>
                <a:xfrm>
                  <a:off x="3159105" y="-597096"/>
                  <a:ext cx="156725" cy="26039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92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A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784CAE7-B813-0BBD-E932-3A64CD2008DF}"/>
                    </a:ext>
                  </a:extLst>
                </p:cNvPr>
                <p:cNvSpPr txBox="1"/>
                <p:nvPr/>
              </p:nvSpPr>
              <p:spPr>
                <a:xfrm>
                  <a:off x="3159109" y="5808614"/>
                  <a:ext cx="156725" cy="26039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92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B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E592B03-AD14-BB32-06DA-33307CDFA942}"/>
                  </a:ext>
                </a:extLst>
              </p:cNvPr>
              <p:cNvSpPr txBox="1"/>
              <p:nvPr/>
            </p:nvSpPr>
            <p:spPr>
              <a:xfrm>
                <a:off x="3932484" y="6663198"/>
                <a:ext cx="209419" cy="2099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364" dirty="0">
                    <a:latin typeface="Arial" panose="020B0604020202020204" pitchFamily="34" charset="0"/>
                    <a:cs typeface="Arial" panose="020B0604020202020204" pitchFamily="34" charset="0"/>
                  </a:rPr>
                  <a:t>**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5F2607-7164-19A7-14A6-C46EEC2CA452}"/>
                  </a:ext>
                </a:extLst>
              </p:cNvPr>
              <p:cNvSpPr txBox="1"/>
              <p:nvPr/>
            </p:nvSpPr>
            <p:spPr>
              <a:xfrm>
                <a:off x="7523017" y="6206948"/>
                <a:ext cx="209419" cy="2099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364" dirty="0">
                    <a:latin typeface="Arial" panose="020B0604020202020204" pitchFamily="34" charset="0"/>
                    <a:cs typeface="Arial" panose="020B0604020202020204" pitchFamily="34" charset="0"/>
                  </a:rPr>
                  <a:t>***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CEB9CBC-BC55-5A9A-ED32-9CB2C0C14223}"/>
                  </a:ext>
                </a:extLst>
              </p:cNvPr>
              <p:cNvSpPr txBox="1"/>
              <p:nvPr/>
            </p:nvSpPr>
            <p:spPr>
              <a:xfrm>
                <a:off x="5714441" y="7214148"/>
                <a:ext cx="209419" cy="2099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364" dirty="0">
                    <a:latin typeface="Arial" panose="020B0604020202020204" pitchFamily="34" charset="0"/>
                    <a:cs typeface="Arial" panose="020B0604020202020204" pitchFamily="34" charset="0"/>
                  </a:rPr>
                  <a:t>***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A2592EB-5215-FC07-C6F0-BF059CC6E6AD}"/>
                  </a:ext>
                </a:extLst>
              </p:cNvPr>
              <p:cNvSpPr txBox="1"/>
              <p:nvPr/>
            </p:nvSpPr>
            <p:spPr>
              <a:xfrm>
                <a:off x="8132440" y="6663199"/>
                <a:ext cx="209419" cy="2099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364" dirty="0">
                    <a:latin typeface="Arial" panose="020B0604020202020204" pitchFamily="34" charset="0"/>
                    <a:cs typeface="Arial" panose="020B0604020202020204" pitchFamily="34" charset="0"/>
                  </a:rPr>
                  <a:t>***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10B08E0-5328-73DD-1BC2-6AD7FDB897F0}"/>
                  </a:ext>
                </a:extLst>
              </p:cNvPr>
              <p:cNvSpPr txBox="1"/>
              <p:nvPr/>
            </p:nvSpPr>
            <p:spPr>
              <a:xfrm>
                <a:off x="6920229" y="6648070"/>
                <a:ext cx="209419" cy="2099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364" dirty="0">
                    <a:latin typeface="Arial" panose="020B0604020202020204" pitchFamily="34" charset="0"/>
                    <a:cs typeface="Arial" panose="020B0604020202020204" pitchFamily="34" charset="0"/>
                  </a:rPr>
                  <a:t>***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84095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A43501-D56C-9C59-7897-2998E388A394}"/>
              </a:ext>
            </a:extLst>
          </p:cNvPr>
          <p:cNvGrpSpPr/>
          <p:nvPr/>
        </p:nvGrpSpPr>
        <p:grpSpPr>
          <a:xfrm>
            <a:off x="4537367" y="241941"/>
            <a:ext cx="3117273" cy="6234548"/>
            <a:chOff x="3810000" y="354842"/>
            <a:chExt cx="4572000" cy="914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5941EA0-1D4A-29AC-CCAF-4A0096E2E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10000" y="354842"/>
              <a:ext cx="4572000" cy="457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8669DA3-4C18-1E4F-FF8F-514CB0527E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10000" y="4926842"/>
              <a:ext cx="4572000" cy="45720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FB9E0F0-1E90-9E74-1E19-02F48213976A}"/>
                </a:ext>
              </a:extLst>
            </p:cNvPr>
            <p:cNvSpPr txBox="1"/>
            <p:nvPr/>
          </p:nvSpPr>
          <p:spPr>
            <a:xfrm>
              <a:off x="3810000" y="354842"/>
              <a:ext cx="229863" cy="38190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92" b="1" dirty="0">
                  <a:latin typeface="Arial" panose="020B0604020202020204" pitchFamily="34" charset="0"/>
                  <a:cs typeface="Arial" panose="020B0604020202020204" pitchFamily="34" charset="0"/>
                </a:rPr>
                <a:t>A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56AE398-0534-814A-7357-1FB4C3A33C71}"/>
                </a:ext>
              </a:extLst>
            </p:cNvPr>
            <p:cNvSpPr txBox="1"/>
            <p:nvPr/>
          </p:nvSpPr>
          <p:spPr>
            <a:xfrm>
              <a:off x="3810000" y="4926843"/>
              <a:ext cx="229863" cy="381908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92" b="1" dirty="0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5885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42</Words>
  <Application>Microsoft Office PowerPoint</Application>
  <PresentationFormat>Widescreen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Oregon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Duffy, Shannon Marie</dc:creator>
  <cp:lastModifiedBy>Duffy, Shannon Marie</cp:lastModifiedBy>
  <cp:revision>5</cp:revision>
  <dcterms:created xsi:type="dcterms:W3CDTF">2026-07-02T20:07:51Z</dcterms:created>
  <dcterms:modified xsi:type="dcterms:W3CDTF">2026-07-29T01:12:24Z</dcterms:modified>
</cp:coreProperties>
</file>